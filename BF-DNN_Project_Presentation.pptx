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BF-DNN Accuracy (%)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Round 1</c:v>
                </c:pt>
                <c:pt idx="1">
                  <c:v>Round 2</c:v>
                </c:pt>
                <c:pt idx="2">
                  <c:v>Round 3</c:v>
                </c:pt>
                <c:pt idx="3">
                  <c:v>Round 4</c:v>
                </c:pt>
                <c:pt idx="4">
                  <c:v>Round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78.42</c:v>
                </c:pt>
                <c:pt idx="1">
                  <c:v>97.85</c:v>
                </c:pt>
                <c:pt idx="2">
                  <c:v>98.62</c:v>
                </c:pt>
                <c:pt idx="3">
                  <c:v>99.2</c:v>
                </c:pt>
                <c:pt idx="4">
                  <c:v>99.24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77A-4C3E-8B73-34850E6847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BF-DNN
(Proposed)</c:v>
                </c:pt>
                <c:pt idx="1">
                  <c:v>Centralized
DNN</c:v>
                </c:pt>
                <c:pt idx="2">
                  <c:v>FedAvg
(no chain)</c:v>
                </c:pt>
                <c:pt idx="3">
                  <c:v>FedProx</c:v>
                </c:pt>
                <c:pt idx="4">
                  <c:v>FedSGD</c:v>
                </c:pt>
                <c:pt idx="5">
                  <c:v>SVM
(baseline)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99.24</c:v>
                </c:pt>
                <c:pt idx="1">
                  <c:v>99.05</c:v>
                </c:pt>
                <c:pt idx="2">
                  <c:v>98.87</c:v>
                </c:pt>
                <c:pt idx="3">
                  <c:v>98.45</c:v>
                </c:pt>
                <c:pt idx="4">
                  <c:v>97.92</c:v>
                </c:pt>
                <c:pt idx="5">
                  <c:v>92.15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8D-42B2-BDC0-EBF986303F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93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4114800"/>
            <a:ext cx="4114800" cy="41148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 •  2025–26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Blockchain-Federated Deep Neural Network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Privacy-Preserving Healthcare Anomaly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Immutable Audit Trail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Suheb Siddique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22SCSE1300012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Chauhan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22SCSE1300003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Dhirendra Kumar Shukla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Computer Science and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Science and Engineering  •  Galgotias University, Greater Noida, India  •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 healthcare AI system where multiple hospitals collaboratively train a deep learning model for ECG anomaly detection — without ever sharing raw patient data — and every model update is recorded on a tamper-evident blockchain ledger.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576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Silos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(ECG signals) is sensitive &amp; regulated. Centralizing it for AI training risks privacy breaches and violates HIPAA/GDPR.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4160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train a shared 1D-CNN model locally on their own data. Only model weights — never raw records — are exchanged with the aggregator.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260604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582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 Trail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4160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update and aggregation is hashed with SHA-256 and appended to an immutable ledger, ensuring full auditability and tamper-evidence.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99.24% accuracy, full privacy preservation, and 100 immutable audit log entries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guiding goals that shaped the design of BF-DNN.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2240280" y="2377440"/>
            <a:ext cx="36576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Detection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2316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deep learning anomaly detector that matches centralized accuracy across multiple distributed clients.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7909560" y="2377440"/>
            <a:ext cx="36576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9244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092440" y="2788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raw patient data sharing — keep all sensitive ECG records on the institution that owns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Shape 16"/>
          <p:cNvSpPr/>
          <p:nvPr/>
        </p:nvSpPr>
        <p:spPr>
          <a:xfrm>
            <a:off x="2240280" y="4846320"/>
            <a:ext cx="36576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2316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423160" y="5257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blockchain-style immutable logging with SHA-256 hashing for every model update and aggregation.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34340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46177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23" name="Shape 21"/>
          <p:cNvSpPr/>
          <p:nvPr/>
        </p:nvSpPr>
        <p:spPr>
          <a:xfrm>
            <a:off x="7909560" y="4846320"/>
            <a:ext cx="36576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9244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Trade-offs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092440" y="5257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communication overhead, training time, and accuracy gap vs centralized — prove practical viability.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SYSTEM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BF-DNN Works</a:t>
            </a:r>
            <a:endParaRPr lang="en-US" sz="3600" dirty="0"/>
          </a:p>
        </p:txBody>
      </p:sp>
      <p:pic>
        <p:nvPicPr>
          <p:cNvPr id="5" name="Image 0" descr="/home/claude/pres/work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623454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66065" y="1417320"/>
            <a:ext cx="464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CYCLE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66065" y="1874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966065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51865" y="1828800"/>
            <a:ext cx="396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51865" y="2167128"/>
            <a:ext cx="396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θ⁰ + genesis block created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66065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66065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51865" y="2606040"/>
            <a:ext cx="396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51865" y="2944368"/>
            <a:ext cx="396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current weights to all K clients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66065" y="34290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966065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51865" y="3383280"/>
            <a:ext cx="396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51865" y="3721608"/>
            <a:ext cx="396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trains on its own data (E epochs)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66065" y="42062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966065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651865" y="4160520"/>
            <a:ext cx="396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1865" y="4498848"/>
            <a:ext cx="396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combines client updates into θ⁽ᵗ⁺¹⁾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66065" y="4983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966065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651865" y="4937760"/>
            <a:ext cx="3961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 Chain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51865" y="5276088"/>
            <a:ext cx="396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+ timestamp appended to ledger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66065" y="5715000"/>
            <a:ext cx="464681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966065" y="5715000"/>
            <a:ext cx="4646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 = 5 rounds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Math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3152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 (FedAvg)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aggregation of client updates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377440"/>
            <a:ext cx="49377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11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(t+1)</a:t>
            </a:r>
            <a:r>
              <a:rPr lang="en-US" sz="2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Σ ( n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2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N ) · w</a:t>
            </a:r>
            <a:r>
              <a:rPr lang="en-US" sz="11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1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(t+1)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client's contribution is weighted by its number of training samples — larger hospitals carry proportionally more weight in the global model.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73152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2084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BLOCKCHAIN-STYLE LOGGING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of every weight update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2377440"/>
            <a:ext cx="45720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2084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</a:t>
            </a:r>
            <a:r>
              <a:rPr lang="en-US" sz="11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</a:t>
            </a:r>
            <a:r>
              <a:rPr lang="en-US" sz="2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H ( w</a:t>
            </a:r>
            <a:r>
              <a:rPr lang="en-US" sz="11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(t)</a:t>
            </a:r>
            <a:r>
              <a:rPr lang="en-US" sz="22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stores round, node, timestamp, sample count, and a 256-bit cryptographic fingerprint — creating tamper-evident provenance.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CONFIGURATION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/ Clients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3774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3774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Rounds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062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2062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Epochs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350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0.001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350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8638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8638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Size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92640" y="443484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692640" y="46177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692640" y="5303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Algorithm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MODEL &amp;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Dataset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92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time-series ECG signals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773321" cy="1463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×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15153" y="2606040"/>
            <a:ext cx="773321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15153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5153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1626" y="2606040"/>
            <a:ext cx="773321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1626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1626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08099" y="2606040"/>
            <a:ext cx="773321" cy="1463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08099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8099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4573" y="2606040"/>
            <a:ext cx="773321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54573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4573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01046" y="2606040"/>
            <a:ext cx="773321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01046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1046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7519" y="2606040"/>
            <a:ext cx="773321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7519" y="29260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7519" y="3383280"/>
            <a:ext cx="7733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4297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convolutional blocks extract waveform patterns; dense layers classify each heartbeat as normal or anomalous.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5257800"/>
            <a:ext cx="1889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8680" y="532180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62356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MaxPool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49880" y="5257800"/>
            <a:ext cx="1889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49880" y="532180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49880" y="562356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31080" y="5257800"/>
            <a:ext cx="18897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31080" y="532180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31080" y="562356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1554480"/>
            <a:ext cx="429768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315200" y="1554480"/>
            <a:ext cx="4297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635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3524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76352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Arrhythmia Database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35240" y="3108960"/>
            <a:ext cx="91440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3524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21,663</a:t>
            </a:r>
            <a:endParaRPr lang="en-US" sz="5600" dirty="0"/>
          </a:p>
        </p:txBody>
      </p:sp>
      <p:sp>
        <p:nvSpPr>
          <p:cNvPr id="46" name="Text 44"/>
          <p:cNvSpPr/>
          <p:nvPr/>
        </p:nvSpPr>
        <p:spPr>
          <a:xfrm>
            <a:off x="76352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distributed across 3 institutions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80960" y="46177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863840" y="4526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cardiac arrhythmia benchmark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680960" y="4946904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863840" y="48554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task: Normal vs Anomaly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80960" y="527608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863840" y="5184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187 time-steps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680960" y="5605272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863840" y="55138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ratio: ~10% of test set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PROJECT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has the project come?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868680" y="4160520"/>
            <a:ext cx="73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milestones completed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evaluation, comparison study, paper communication, and report submission have all been finished.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828800"/>
            <a:ext cx="36576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93792" y="1933303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93792" y="193330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1951591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1951591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Design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93792" y="2508069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93792" y="25080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526357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526357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Implementation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93792" y="3082834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93792" y="30828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10112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10112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Logger + SHA-256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93792" y="3657600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93792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3675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36758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 &amp; Evaluation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93792" y="4232366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93792" y="423236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425065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425065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Study (vs Centralized &amp; Baselines)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93792" y="4807131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193792" y="480713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825419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15000" y="4825419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Acceptance — ICSDS-2025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93792" y="5381897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93792" y="538189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80560" y="5400185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5400185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Submission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from the BF-DNN experiment with K=3 clients over T=5 federated rounds.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71576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99.24%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1568" y="1874520"/>
            <a:ext cx="271576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01568" y="205740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01568" y="292608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324612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precision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1874520"/>
            <a:ext cx="271576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54496" y="205740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54496" y="292608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324612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07424" y="1874520"/>
            <a:ext cx="2715768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07424" y="205740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0.0321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07424" y="292608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07424" y="324612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binary CE loss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5943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9593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over Federated Rounds</a:t>
            </a:r>
            <a:endParaRPr lang="en-US" sz="13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85800" y="4343400"/>
          <a:ext cx="56692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6766560" y="3794760"/>
            <a:ext cx="4846320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766560" y="3794760"/>
            <a:ext cx="4846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04088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40880" y="4297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5600" dirty="0"/>
          </a:p>
        </p:txBody>
      </p:sp>
      <p:sp>
        <p:nvSpPr>
          <p:cNvPr id="29" name="Text 26"/>
          <p:cNvSpPr/>
          <p:nvPr/>
        </p:nvSpPr>
        <p:spPr>
          <a:xfrm>
            <a:off x="7040880" y="5074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 entries  •  4 unique nodes  •  5 rounds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040880" y="5440680"/>
            <a:ext cx="42976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132320" y="5486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BLOCK HASH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32320" y="5715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fe51cba13f385e87b08c2a9e9ab97f942e339b82…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BENCHMARK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BF-DNN compare?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centralized training and standard federated/ML baselines.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Across Methods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matches centralized accuracy and outperforms all federated baselines.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788920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132320" y="1920240"/>
            <a:ext cx="4480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vs Centralized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640" y="2606040"/>
            <a:ext cx="3931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49808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0976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42416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2971800"/>
            <a:ext cx="3931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498080" y="29718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09760" y="29718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424160" y="29718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98080" y="33924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shared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509760" y="33924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424160" y="33924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06640" y="3813048"/>
            <a:ext cx="3931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498080" y="38130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509760" y="38130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424160" y="38130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09760" y="42336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424160" y="42336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06640" y="4654296"/>
            <a:ext cx="3931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498080" y="465429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protection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509760" y="46542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424160" y="46542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98080" y="50749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GDPR fit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509760" y="5074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424160" y="5074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06640" y="5440680"/>
            <a:ext cx="39319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7406640" y="5440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+0.19% accuracy with full privacy &amp; audit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BF-DNN  |  Galgotias University  | 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114800" cy="411480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OUTCOME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delivered, beyond just the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40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2240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BF-DNN Prototype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0175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federated training pipeline with 1D-CNN, FedAvg aggregation, SHA-256 logger, and reproducible experimental framework.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5440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37960" y="23317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0" y="2240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2514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99.24% Accuracy + 100 Logs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0" y="30175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centralized accuracy (+0.19%) while keeping all patient data local and producing a complete immutable audit trail.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440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14400" y="46177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7452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4800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Accepted — ICSDS-2025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74520" y="53035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1068 accepted for presentation/publication at the International Conference on Sustainable Data Science.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5440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72200" y="4160520"/>
            <a:ext cx="54864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537960" y="461772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37960" y="4617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9808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48006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Healthcare AI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98080" y="53035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hospitals can collaborate on AI without surrendering data sovereignty — directly aligned with HIPAA &amp; GDPR.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 Secure aggregation  •  Differential Privacy  •  Hyperledger / Ethereum deployment  •  Larger non-IID multi-site studies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120640" y="265176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0" y="3931920"/>
            <a:ext cx="74066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377440" y="3931920"/>
            <a:ext cx="7406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377440" y="41148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Suheb Siddique  •  Aman Chauhan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22SCSE1300012  •  22SCSE1300003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48463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Dr. Dhirendra Kumar Shukla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5212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Science and Engineering  •  Galgotias University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accepted at ICSDS-2025  •  Paper ID: 1068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Microsoft Office PowerPoint</Application>
  <PresentationFormat>Widescreen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BF-DNN Project Presentation</dc:title>
  <dc:subject>PptxGenJS Presentation</dc:subject>
  <dc:creator>Mohd Suheb Siddique &amp; Aman Chauhan</dc:creator>
  <cp:lastModifiedBy>Siddique, Mohd Suheb (Contractor)</cp:lastModifiedBy>
  <cp:revision>2</cp:revision>
  <dcterms:created xsi:type="dcterms:W3CDTF">2026-05-03T05:02:59Z</dcterms:created>
  <dcterms:modified xsi:type="dcterms:W3CDTF">2026-06-08T15:50:12Z</dcterms:modified>
</cp:coreProperties>
</file>